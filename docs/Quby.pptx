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Open Sauce Heavy" panose="020B0604020202020204" charset="0"/>
      <p:regular r:id="rId13"/>
    </p:embeddedFont>
    <p:embeddedFont>
      <p:font typeface="Poppins 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27.jpe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5104">
            <a:off x="2357759" y="467808"/>
            <a:ext cx="12791303" cy="9442307"/>
          </a:xfrm>
          <a:custGeom>
            <a:avLst/>
            <a:gdLst/>
            <a:ahLst/>
            <a:cxnLst/>
            <a:rect l="l" t="t" r="r" b="b"/>
            <a:pathLst>
              <a:path w="12791303" h="9442307">
                <a:moveTo>
                  <a:pt x="0" y="0"/>
                </a:moveTo>
                <a:lnTo>
                  <a:pt x="12791302" y="0"/>
                </a:lnTo>
                <a:lnTo>
                  <a:pt x="12791302" y="9442307"/>
                </a:lnTo>
                <a:lnTo>
                  <a:pt x="0" y="94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2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924022" y="5188961"/>
            <a:ext cx="4716981" cy="6251420"/>
          </a:xfrm>
          <a:custGeom>
            <a:avLst/>
            <a:gdLst/>
            <a:ahLst/>
            <a:cxnLst/>
            <a:rect l="l" t="t" r="r" b="b"/>
            <a:pathLst>
              <a:path w="4716981" h="6251420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5938028" y="1794251"/>
            <a:ext cx="5247989" cy="5247989"/>
          </a:xfrm>
          <a:custGeom>
            <a:avLst/>
            <a:gdLst/>
            <a:ahLst/>
            <a:cxnLst/>
            <a:rect l="l" t="t" r="r" b="b"/>
            <a:pathLst>
              <a:path w="5247989" h="5247989">
                <a:moveTo>
                  <a:pt x="0" y="0"/>
                </a:moveTo>
                <a:lnTo>
                  <a:pt x="5247989" y="0"/>
                </a:lnTo>
                <a:lnTo>
                  <a:pt x="5247989" y="5247989"/>
                </a:lnTo>
                <a:lnTo>
                  <a:pt x="0" y="52479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6136212" y="6216533"/>
            <a:ext cx="4851620" cy="25632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40"/>
              </a:lnSpc>
            </a:pPr>
            <a:r>
              <a:rPr lang="en-US" sz="14957" b="1" spc="-703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Quby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 flipH="1">
            <a:off x="-2109444" y="5046072"/>
            <a:ext cx="9290530" cy="6858100"/>
          </a:xfrm>
          <a:custGeom>
            <a:avLst/>
            <a:gdLst/>
            <a:ahLst/>
            <a:cxnLst/>
            <a:rect l="l" t="t" r="r" b="b"/>
            <a:pathLst>
              <a:path w="9290530" h="6858100">
                <a:moveTo>
                  <a:pt x="9290530" y="0"/>
                </a:moveTo>
                <a:lnTo>
                  <a:pt x="0" y="0"/>
                </a:lnTo>
                <a:lnTo>
                  <a:pt x="0" y="6858101"/>
                </a:lnTo>
                <a:lnTo>
                  <a:pt x="9290530" y="6858101"/>
                </a:lnTo>
                <a:lnTo>
                  <a:pt x="929053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6258125" y="1994166"/>
            <a:ext cx="13729860" cy="7727152"/>
          </a:xfrm>
          <a:custGeom>
            <a:avLst/>
            <a:gdLst/>
            <a:ahLst/>
            <a:cxnLst/>
            <a:rect l="l" t="t" r="r" b="b"/>
            <a:pathLst>
              <a:path w="13729860" h="7727152">
                <a:moveTo>
                  <a:pt x="0" y="0"/>
                </a:moveTo>
                <a:lnTo>
                  <a:pt x="13729860" y="0"/>
                </a:lnTo>
                <a:lnTo>
                  <a:pt x="13729860" y="7727152"/>
                </a:lnTo>
                <a:lnTo>
                  <a:pt x="0" y="77271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736816" y="790575"/>
            <a:ext cx="7305123" cy="2169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815"/>
              </a:lnSpc>
              <a:spcBef>
                <a:spcPct val="0"/>
              </a:spcBef>
            </a:pPr>
            <a:r>
              <a:rPr lang="en-US" sz="12725" b="1" spc="-598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Problema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700000" flipH="1">
            <a:off x="-2109444" y="5046072"/>
            <a:ext cx="9290530" cy="6858100"/>
          </a:xfrm>
          <a:custGeom>
            <a:avLst/>
            <a:gdLst/>
            <a:ahLst/>
            <a:cxnLst/>
            <a:rect l="l" t="t" r="r" b="b"/>
            <a:pathLst>
              <a:path w="9290530" h="6858100">
                <a:moveTo>
                  <a:pt x="9290530" y="0"/>
                </a:moveTo>
                <a:lnTo>
                  <a:pt x="0" y="0"/>
                </a:lnTo>
                <a:lnTo>
                  <a:pt x="0" y="6858101"/>
                </a:lnTo>
                <a:lnTo>
                  <a:pt x="9290530" y="6858101"/>
                </a:lnTo>
                <a:lnTo>
                  <a:pt x="929053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990882" y="1422907"/>
            <a:ext cx="7937133" cy="9202969"/>
          </a:xfrm>
          <a:custGeom>
            <a:avLst/>
            <a:gdLst/>
            <a:ahLst/>
            <a:cxnLst/>
            <a:rect l="l" t="t" r="r" b="b"/>
            <a:pathLst>
              <a:path w="7937133" h="9202969">
                <a:moveTo>
                  <a:pt x="0" y="0"/>
                </a:moveTo>
                <a:lnTo>
                  <a:pt x="7937132" y="0"/>
                </a:lnTo>
                <a:lnTo>
                  <a:pt x="7937132" y="9202969"/>
                </a:lnTo>
                <a:lnTo>
                  <a:pt x="0" y="9202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403848" y="748838"/>
            <a:ext cx="6880469" cy="1237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12"/>
              </a:lnSpc>
            </a:pPr>
            <a:r>
              <a:rPr lang="en-US" sz="9800" b="1" spc="-460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 Soluţia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01507" y="4962525"/>
            <a:ext cx="3875279" cy="19427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084"/>
              </a:lnSpc>
              <a:spcBef>
                <a:spcPct val="0"/>
              </a:spcBef>
            </a:pPr>
            <a:r>
              <a:rPr lang="en-US" sz="11971" b="1" spc="-670">
                <a:solidFill>
                  <a:srgbClr val="424242"/>
                </a:solidFill>
                <a:latin typeface="Poppins Bold"/>
                <a:ea typeface="Poppins Bold"/>
                <a:cs typeface="Poppins Bold"/>
                <a:sym typeface="Poppins Bold"/>
              </a:rPr>
              <a:t>Quby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92421" y="7444583"/>
            <a:ext cx="9934813" cy="163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  <a:spcBef>
                <a:spcPct val="0"/>
              </a:spcBef>
            </a:pPr>
            <a:r>
              <a:rPr lang="en-US" sz="5000" b="1" spc="-280">
                <a:solidFill>
                  <a:srgbClr val="424242"/>
                </a:solidFill>
                <a:latin typeface="Poppins Bold"/>
                <a:ea typeface="Poppins Bold"/>
                <a:cs typeface="Poppins Bold"/>
                <a:sym typeface="Poppins Bold"/>
              </a:rPr>
              <a:t>Docked at Home, Ready Anywhere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7616" y="1028700"/>
            <a:ext cx="16714740" cy="10818995"/>
          </a:xfrm>
          <a:custGeom>
            <a:avLst/>
            <a:gdLst/>
            <a:ahLst/>
            <a:cxnLst/>
            <a:rect l="l" t="t" r="r" b="b"/>
            <a:pathLst>
              <a:path w="16714740" h="10818995">
                <a:moveTo>
                  <a:pt x="0" y="0"/>
                </a:moveTo>
                <a:lnTo>
                  <a:pt x="16714740" y="0"/>
                </a:lnTo>
                <a:lnTo>
                  <a:pt x="16714740" y="10818995"/>
                </a:lnTo>
                <a:lnTo>
                  <a:pt x="0" y="108189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558858" y="1774507"/>
            <a:ext cx="4049134" cy="7718456"/>
            <a:chOff x="0" y="0"/>
            <a:chExt cx="8624570" cy="16440150"/>
          </a:xfrm>
        </p:grpSpPr>
        <p:sp>
          <p:nvSpPr>
            <p:cNvPr id="4" name="Freeform 4"/>
            <p:cNvSpPr/>
            <p:nvPr/>
          </p:nvSpPr>
          <p:spPr>
            <a:xfrm>
              <a:off x="410210" y="266697"/>
              <a:ext cx="7753350" cy="15908025"/>
            </a:xfrm>
            <a:custGeom>
              <a:avLst/>
              <a:gdLst/>
              <a:ahLst/>
              <a:cxnLst/>
              <a:rect l="l" t="t" r="r" b="b"/>
              <a:pathLst>
                <a:path w="7753350" h="15908025">
                  <a:moveTo>
                    <a:pt x="7753350" y="791213"/>
                  </a:moveTo>
                  <a:lnTo>
                    <a:pt x="7753350" y="15116814"/>
                  </a:lnTo>
                  <a:cubicBezTo>
                    <a:pt x="7753350" y="15553694"/>
                    <a:pt x="7399020" y="15908024"/>
                    <a:pt x="6962140" y="15908024"/>
                  </a:cubicBezTo>
                  <a:lnTo>
                    <a:pt x="791210" y="15908024"/>
                  </a:lnTo>
                  <a:cubicBezTo>
                    <a:pt x="354330" y="15908024"/>
                    <a:pt x="0" y="15553694"/>
                    <a:pt x="0" y="15116814"/>
                  </a:cubicBezTo>
                  <a:lnTo>
                    <a:pt x="0" y="791213"/>
                  </a:lnTo>
                  <a:cubicBezTo>
                    <a:pt x="0" y="354333"/>
                    <a:pt x="354330" y="3"/>
                    <a:pt x="791210" y="3"/>
                  </a:cubicBezTo>
                  <a:lnTo>
                    <a:pt x="6962140" y="3"/>
                  </a:lnTo>
                  <a:cubicBezTo>
                    <a:pt x="7399020" y="-1267"/>
                    <a:pt x="7753350" y="353063"/>
                    <a:pt x="7753350" y="791213"/>
                  </a:cubicBezTo>
                  <a:close/>
                </a:path>
              </a:pathLst>
            </a:custGeom>
            <a:blipFill>
              <a:blip r:embed="rId3"/>
              <a:stretch>
                <a:fillRect t="-4263" b="-4263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8636000" cy="16446500"/>
            </a:xfrm>
            <a:custGeom>
              <a:avLst/>
              <a:gdLst/>
              <a:ahLst/>
              <a:cxnLst/>
              <a:rect l="l" t="t" r="r" b="b"/>
              <a:pathLst>
                <a:path w="8636000" h="16446500">
                  <a:moveTo>
                    <a:pt x="0" y="0"/>
                  </a:moveTo>
                  <a:lnTo>
                    <a:pt x="8636000" y="0"/>
                  </a:lnTo>
                  <a:lnTo>
                    <a:pt x="8636000" y="16446500"/>
                  </a:lnTo>
                  <a:lnTo>
                    <a:pt x="0" y="1644650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055350" y="1774507"/>
            <a:ext cx="4049134" cy="7718456"/>
            <a:chOff x="0" y="0"/>
            <a:chExt cx="8624570" cy="16440150"/>
          </a:xfrm>
        </p:grpSpPr>
        <p:sp>
          <p:nvSpPr>
            <p:cNvPr id="7" name="Freeform 7"/>
            <p:cNvSpPr/>
            <p:nvPr/>
          </p:nvSpPr>
          <p:spPr>
            <a:xfrm>
              <a:off x="410210" y="266697"/>
              <a:ext cx="7753350" cy="15908025"/>
            </a:xfrm>
            <a:custGeom>
              <a:avLst/>
              <a:gdLst/>
              <a:ahLst/>
              <a:cxnLst/>
              <a:rect l="l" t="t" r="r" b="b"/>
              <a:pathLst>
                <a:path w="7753350" h="15908025">
                  <a:moveTo>
                    <a:pt x="7753350" y="791213"/>
                  </a:moveTo>
                  <a:lnTo>
                    <a:pt x="7753350" y="15116814"/>
                  </a:lnTo>
                  <a:cubicBezTo>
                    <a:pt x="7753350" y="15553694"/>
                    <a:pt x="7399020" y="15908024"/>
                    <a:pt x="6962140" y="15908024"/>
                  </a:cubicBezTo>
                  <a:lnTo>
                    <a:pt x="791210" y="15908024"/>
                  </a:lnTo>
                  <a:cubicBezTo>
                    <a:pt x="354330" y="15908024"/>
                    <a:pt x="0" y="15553694"/>
                    <a:pt x="0" y="15116814"/>
                  </a:cubicBezTo>
                  <a:lnTo>
                    <a:pt x="0" y="791213"/>
                  </a:lnTo>
                  <a:cubicBezTo>
                    <a:pt x="0" y="354333"/>
                    <a:pt x="354330" y="3"/>
                    <a:pt x="791210" y="3"/>
                  </a:cubicBezTo>
                  <a:lnTo>
                    <a:pt x="6962140" y="3"/>
                  </a:lnTo>
                  <a:cubicBezTo>
                    <a:pt x="7399020" y="-1267"/>
                    <a:pt x="7753350" y="353063"/>
                    <a:pt x="7753350" y="791213"/>
                  </a:cubicBezTo>
                  <a:close/>
                </a:path>
              </a:pathLst>
            </a:custGeom>
            <a:blipFill>
              <a:blip r:embed="rId4"/>
              <a:stretch>
                <a:fillRect t="-4154" b="-4154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8636000" cy="16446500"/>
            </a:xfrm>
            <a:custGeom>
              <a:avLst/>
              <a:gdLst/>
              <a:ahLst/>
              <a:cxnLst/>
              <a:rect l="l" t="t" r="r" b="b"/>
              <a:pathLst>
                <a:path w="8636000" h="16446500">
                  <a:moveTo>
                    <a:pt x="0" y="0"/>
                  </a:moveTo>
                  <a:lnTo>
                    <a:pt x="8636000" y="0"/>
                  </a:lnTo>
                  <a:lnTo>
                    <a:pt x="8636000" y="16446500"/>
                  </a:lnTo>
                  <a:lnTo>
                    <a:pt x="0" y="1644650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2551842" y="1774508"/>
            <a:ext cx="4049134" cy="7718456"/>
            <a:chOff x="0" y="0"/>
            <a:chExt cx="8624570" cy="16440150"/>
          </a:xfrm>
        </p:grpSpPr>
        <p:sp>
          <p:nvSpPr>
            <p:cNvPr id="10" name="Freeform 10"/>
            <p:cNvSpPr/>
            <p:nvPr/>
          </p:nvSpPr>
          <p:spPr>
            <a:xfrm>
              <a:off x="410210" y="266697"/>
              <a:ext cx="7753350" cy="15908025"/>
            </a:xfrm>
            <a:custGeom>
              <a:avLst/>
              <a:gdLst/>
              <a:ahLst/>
              <a:cxnLst/>
              <a:rect l="l" t="t" r="r" b="b"/>
              <a:pathLst>
                <a:path w="7753350" h="15908025">
                  <a:moveTo>
                    <a:pt x="7753350" y="791213"/>
                  </a:moveTo>
                  <a:lnTo>
                    <a:pt x="7753350" y="15116814"/>
                  </a:lnTo>
                  <a:cubicBezTo>
                    <a:pt x="7753350" y="15553694"/>
                    <a:pt x="7399020" y="15908024"/>
                    <a:pt x="6962140" y="15908024"/>
                  </a:cubicBezTo>
                  <a:lnTo>
                    <a:pt x="791210" y="15908024"/>
                  </a:lnTo>
                  <a:cubicBezTo>
                    <a:pt x="354330" y="15908024"/>
                    <a:pt x="0" y="15553694"/>
                    <a:pt x="0" y="15116814"/>
                  </a:cubicBezTo>
                  <a:lnTo>
                    <a:pt x="0" y="791213"/>
                  </a:lnTo>
                  <a:cubicBezTo>
                    <a:pt x="0" y="354333"/>
                    <a:pt x="354330" y="3"/>
                    <a:pt x="791210" y="3"/>
                  </a:cubicBezTo>
                  <a:lnTo>
                    <a:pt x="6962140" y="3"/>
                  </a:lnTo>
                  <a:cubicBezTo>
                    <a:pt x="7399020" y="-1267"/>
                    <a:pt x="7753350" y="353063"/>
                    <a:pt x="7753350" y="791213"/>
                  </a:cubicBezTo>
                  <a:close/>
                </a:path>
              </a:pathLst>
            </a:custGeom>
            <a:blipFill>
              <a:blip r:embed="rId5"/>
              <a:stretch>
                <a:fillRect t="-4154" b="-4154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0" y="0"/>
              <a:ext cx="8636000" cy="16446500"/>
            </a:xfrm>
            <a:custGeom>
              <a:avLst/>
              <a:gdLst/>
              <a:ahLst/>
              <a:cxnLst/>
              <a:rect l="l" t="t" r="r" b="b"/>
              <a:pathLst>
                <a:path w="8636000" h="16446500">
                  <a:moveTo>
                    <a:pt x="0" y="0"/>
                  </a:moveTo>
                  <a:lnTo>
                    <a:pt x="8636000" y="0"/>
                  </a:lnTo>
                  <a:lnTo>
                    <a:pt x="8636000" y="16446500"/>
                  </a:lnTo>
                  <a:lnTo>
                    <a:pt x="0" y="16446500"/>
                  </a:lnTo>
                  <a:close/>
                </a:path>
              </a:pathLst>
            </a:custGeom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968317" y="489596"/>
            <a:ext cx="13453091" cy="11413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930"/>
              </a:lnSpc>
              <a:spcBef>
                <a:spcPct val="0"/>
              </a:spcBef>
            </a:pPr>
            <a:r>
              <a:rPr lang="en-US" sz="9500" b="1" u="none" strike="noStrike" spc="-446" dirty="0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Health in Your Pocket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551763"/>
            <a:ext cx="16230600" cy="1846231"/>
          </a:xfrm>
          <a:custGeom>
            <a:avLst/>
            <a:gdLst/>
            <a:ahLst/>
            <a:cxnLst/>
            <a:rect l="l" t="t" r="r" b="b"/>
            <a:pathLst>
              <a:path w="16230600" h="1846231">
                <a:moveTo>
                  <a:pt x="0" y="0"/>
                </a:moveTo>
                <a:lnTo>
                  <a:pt x="16230600" y="0"/>
                </a:lnTo>
                <a:lnTo>
                  <a:pt x="16230600" y="1846230"/>
                </a:lnTo>
                <a:lnTo>
                  <a:pt x="0" y="18462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3292197" y="1975004"/>
            <a:ext cx="11703605" cy="1170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48"/>
              </a:lnSpc>
              <a:spcBef>
                <a:spcPct val="0"/>
              </a:spcBef>
            </a:pPr>
            <a:r>
              <a:rPr lang="en-US" sz="9200" b="1" spc="-432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Quby vs. Competitors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178572" y="2762707"/>
            <a:ext cx="5246370" cy="524637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522627" y="2762707"/>
            <a:ext cx="5246370" cy="524637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t="-10516" b="-111705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64870" y="2762707"/>
            <a:ext cx="5246370" cy="524637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t="-60089" r="-1049" b="-64465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701915"/>
            <a:ext cx="9861233" cy="1170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48"/>
              </a:lnSpc>
              <a:spcBef>
                <a:spcPct val="0"/>
              </a:spcBef>
            </a:pPr>
            <a:r>
              <a:rPr lang="en-US" sz="9200" b="1" spc="-432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Ce oferim în plus?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83545" y="8359775"/>
            <a:ext cx="4015978" cy="156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spc="-211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User 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211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customization 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717473" y="8359775"/>
            <a:ext cx="4856679" cy="156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spc="-211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User based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211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location data map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83830" y="8359775"/>
            <a:ext cx="3035856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 b="1" spc="-211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Affordable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492734"/>
            <a:ext cx="8115300" cy="7015162"/>
          </a:xfrm>
          <a:custGeom>
            <a:avLst/>
            <a:gdLst/>
            <a:ahLst/>
            <a:cxnLst/>
            <a:rect l="l" t="t" r="r" b="b"/>
            <a:pathLst>
              <a:path w="8115300" h="7015162">
                <a:moveTo>
                  <a:pt x="0" y="0"/>
                </a:moveTo>
                <a:lnTo>
                  <a:pt x="8115300" y="0"/>
                </a:lnTo>
                <a:lnTo>
                  <a:pt x="8115300" y="7015163"/>
                </a:lnTo>
                <a:lnTo>
                  <a:pt x="0" y="7015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0548076" y="2492734"/>
            <a:ext cx="6711224" cy="6765566"/>
          </a:xfrm>
          <a:custGeom>
            <a:avLst/>
            <a:gdLst/>
            <a:ahLst/>
            <a:cxnLst/>
            <a:rect l="l" t="t" r="r" b="b"/>
            <a:pathLst>
              <a:path w="6711224" h="6765566">
                <a:moveTo>
                  <a:pt x="0" y="0"/>
                </a:moveTo>
                <a:lnTo>
                  <a:pt x="6711224" y="0"/>
                </a:lnTo>
                <a:lnTo>
                  <a:pt x="6711224" y="6765566"/>
                </a:lnTo>
                <a:lnTo>
                  <a:pt x="0" y="67655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17206" y="495300"/>
            <a:ext cx="13508294" cy="1665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720"/>
              </a:lnSpc>
              <a:spcBef>
                <a:spcPct val="0"/>
              </a:spcBef>
            </a:pPr>
            <a:r>
              <a:rPr lang="en-US" sz="9800" b="1" spc="-460" dirty="0" err="1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Costuri</a:t>
            </a:r>
            <a:r>
              <a:rPr lang="en-US" sz="9800" b="1" spc="-460" dirty="0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 (per </a:t>
            </a:r>
            <a:r>
              <a:rPr lang="en-US" sz="9800" b="1" spc="-460" dirty="0" err="1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unitate</a:t>
            </a:r>
            <a:r>
              <a:rPr lang="en-US" sz="9800" b="1" spc="-460" dirty="0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418388" y="5710944"/>
            <a:ext cx="8656780" cy="4038039"/>
          </a:xfrm>
          <a:custGeom>
            <a:avLst/>
            <a:gdLst/>
            <a:ahLst/>
            <a:cxnLst/>
            <a:rect l="l" t="t" r="r" b="b"/>
            <a:pathLst>
              <a:path w="8656780" h="4038039">
                <a:moveTo>
                  <a:pt x="0" y="0"/>
                </a:moveTo>
                <a:lnTo>
                  <a:pt x="8656780" y="0"/>
                </a:lnTo>
                <a:lnTo>
                  <a:pt x="8656780" y="4038039"/>
                </a:lnTo>
                <a:lnTo>
                  <a:pt x="0" y="40380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03" b="-203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276053" y="3056892"/>
            <a:ext cx="8867947" cy="5308105"/>
          </a:xfrm>
          <a:custGeom>
            <a:avLst/>
            <a:gdLst/>
            <a:ahLst/>
            <a:cxnLst/>
            <a:rect l="l" t="t" r="r" b="b"/>
            <a:pathLst>
              <a:path w="8867947" h="5308105">
                <a:moveTo>
                  <a:pt x="0" y="0"/>
                </a:moveTo>
                <a:lnTo>
                  <a:pt x="8867947" y="0"/>
                </a:lnTo>
                <a:lnTo>
                  <a:pt x="8867947" y="5308105"/>
                </a:lnTo>
                <a:lnTo>
                  <a:pt x="0" y="53081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162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9418388" y="565126"/>
            <a:ext cx="8656780" cy="3871291"/>
          </a:xfrm>
          <a:custGeom>
            <a:avLst/>
            <a:gdLst/>
            <a:ahLst/>
            <a:cxnLst/>
            <a:rect l="l" t="t" r="r" b="b"/>
            <a:pathLst>
              <a:path w="8656780" h="3871291">
                <a:moveTo>
                  <a:pt x="0" y="0"/>
                </a:moveTo>
                <a:lnTo>
                  <a:pt x="8656780" y="0"/>
                </a:lnTo>
                <a:lnTo>
                  <a:pt x="8656780" y="3871291"/>
                </a:lnTo>
                <a:lnTo>
                  <a:pt x="0" y="38712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260" b="-999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TextBox 5"/>
          <p:cNvSpPr txBox="1"/>
          <p:nvPr/>
        </p:nvSpPr>
        <p:spPr>
          <a:xfrm>
            <a:off x="276053" y="190500"/>
            <a:ext cx="9020347" cy="2946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12040"/>
              </a:lnSpc>
              <a:spcBef>
                <a:spcPct val="0"/>
              </a:spcBef>
            </a:pPr>
            <a:r>
              <a:rPr lang="en-US" sz="8600" b="1" u="none" strike="noStrike" spc="-404" dirty="0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Business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9116" y="320703"/>
            <a:ext cx="2601920" cy="1703075"/>
          </a:xfrm>
          <a:custGeom>
            <a:avLst/>
            <a:gdLst/>
            <a:ahLst/>
            <a:cxnLst/>
            <a:rect l="l" t="t" r="r" b="b"/>
            <a:pathLst>
              <a:path w="2601920" h="1703075">
                <a:moveTo>
                  <a:pt x="0" y="0"/>
                </a:moveTo>
                <a:lnTo>
                  <a:pt x="2601920" y="0"/>
                </a:lnTo>
                <a:lnTo>
                  <a:pt x="2601920" y="1703075"/>
                </a:lnTo>
                <a:lnTo>
                  <a:pt x="0" y="17030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3605904" y="6371597"/>
            <a:ext cx="4682096" cy="3915403"/>
          </a:xfrm>
          <a:custGeom>
            <a:avLst/>
            <a:gdLst/>
            <a:ahLst/>
            <a:cxnLst/>
            <a:rect l="l" t="t" r="r" b="b"/>
            <a:pathLst>
              <a:path w="4682096" h="3915403">
                <a:moveTo>
                  <a:pt x="0" y="0"/>
                </a:moveTo>
                <a:lnTo>
                  <a:pt x="4682096" y="0"/>
                </a:lnTo>
                <a:lnTo>
                  <a:pt x="4682096" y="3915403"/>
                </a:lnTo>
                <a:lnTo>
                  <a:pt x="0" y="3915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0" y="6371597"/>
            <a:ext cx="4177839" cy="3919211"/>
          </a:xfrm>
          <a:custGeom>
            <a:avLst/>
            <a:gdLst/>
            <a:ahLst/>
            <a:cxnLst/>
            <a:rect l="l" t="t" r="r" b="b"/>
            <a:pathLst>
              <a:path w="4177839" h="3919211">
                <a:moveTo>
                  <a:pt x="0" y="0"/>
                </a:moveTo>
                <a:lnTo>
                  <a:pt x="4177839" y="0"/>
                </a:lnTo>
                <a:lnTo>
                  <a:pt x="4177839" y="3919211"/>
                </a:lnTo>
                <a:lnTo>
                  <a:pt x="0" y="39192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6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8006440" y="7272534"/>
            <a:ext cx="1770863" cy="2117336"/>
          </a:xfrm>
          <a:custGeom>
            <a:avLst/>
            <a:gdLst/>
            <a:ahLst/>
            <a:cxnLst/>
            <a:rect l="l" t="t" r="r" b="b"/>
            <a:pathLst>
              <a:path w="1770863" h="2117336">
                <a:moveTo>
                  <a:pt x="0" y="0"/>
                </a:moveTo>
                <a:lnTo>
                  <a:pt x="1770863" y="0"/>
                </a:lnTo>
                <a:lnTo>
                  <a:pt x="1770863" y="2117336"/>
                </a:lnTo>
                <a:lnTo>
                  <a:pt x="0" y="21173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3358772" y="701258"/>
            <a:ext cx="11585615" cy="1170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648"/>
              </a:lnSpc>
              <a:spcBef>
                <a:spcPct val="0"/>
              </a:spcBef>
            </a:pPr>
            <a:r>
              <a:rPr lang="en-US" sz="9200" b="1" u="none" strike="noStrike" spc="-432" dirty="0" err="1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Implementări</a:t>
            </a:r>
            <a:r>
              <a:rPr lang="en-US" sz="9200" b="1" u="none" strike="noStrike" spc="-432" dirty="0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 </a:t>
            </a:r>
            <a:r>
              <a:rPr lang="en-US" sz="9200" b="1" u="none" strike="noStrike" spc="-432" dirty="0" err="1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Viitoare</a:t>
            </a:r>
            <a:endParaRPr lang="en-US" sz="9200" b="1" u="none" strike="noStrike" spc="-432" dirty="0">
              <a:solidFill>
                <a:srgbClr val="424242"/>
              </a:solidFill>
              <a:latin typeface="Open Sauce Heavy"/>
              <a:ea typeface="Open Sauce Heavy"/>
              <a:cs typeface="Open Sauce Heavy"/>
              <a:sym typeface="Open Sauce Heavy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17531" y="3209384"/>
            <a:ext cx="15703669" cy="2407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89831" lvl="1" indent="-494916" algn="l">
              <a:lnSpc>
                <a:spcPts val="6418"/>
              </a:lnSpc>
              <a:buFont typeface="Arial"/>
              <a:buChar char="•"/>
            </a:pPr>
            <a:r>
              <a:rPr lang="en-US" sz="4584" b="1" spc="-215" dirty="0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OFFLINE BLUETOOTH MODE</a:t>
            </a:r>
          </a:p>
          <a:p>
            <a:pPr marL="989831" lvl="1" indent="-494916" algn="l">
              <a:lnSpc>
                <a:spcPts val="6418"/>
              </a:lnSpc>
              <a:buFont typeface="Arial"/>
              <a:buChar char="•"/>
            </a:pPr>
            <a:r>
              <a:rPr lang="en-US" sz="4584" b="1" spc="-215" dirty="0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PREMIUM PLAN &amp; DATABASE SYNC.</a:t>
            </a:r>
          </a:p>
          <a:p>
            <a:pPr marL="989831" lvl="1" indent="-494916" algn="l">
              <a:lnSpc>
                <a:spcPts val="6418"/>
              </a:lnSpc>
              <a:buFont typeface="Arial"/>
              <a:buChar char="•"/>
            </a:pPr>
            <a:r>
              <a:rPr lang="en-US" sz="4584" b="1" spc="-215" dirty="0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GOOGLE MAPS &amp; SMART ASSISTANT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24022" y="5188961"/>
            <a:ext cx="4716981" cy="6251420"/>
          </a:xfrm>
          <a:custGeom>
            <a:avLst/>
            <a:gdLst/>
            <a:ahLst/>
            <a:cxnLst/>
            <a:rect l="l" t="t" r="r" b="b"/>
            <a:pathLst>
              <a:path w="4716981" h="6251420">
                <a:moveTo>
                  <a:pt x="0" y="0"/>
                </a:moveTo>
                <a:lnTo>
                  <a:pt x="4716981" y="0"/>
                </a:lnTo>
                <a:lnTo>
                  <a:pt x="4716981" y="6251421"/>
                </a:lnTo>
                <a:lnTo>
                  <a:pt x="0" y="62514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247014" y="1472731"/>
            <a:ext cx="4096174" cy="4452687"/>
            <a:chOff x="0" y="0"/>
            <a:chExt cx="5461566" cy="5936917"/>
          </a:xfrm>
        </p:grpSpPr>
        <p:grpSp>
          <p:nvGrpSpPr>
            <p:cNvPr id="4" name="Group 4"/>
            <p:cNvGrpSpPr/>
            <p:nvPr/>
          </p:nvGrpSpPr>
          <p:grpSpPr>
            <a:xfrm>
              <a:off x="318980" y="0"/>
              <a:ext cx="4823606" cy="5297417"/>
              <a:chOff x="0" y="0"/>
              <a:chExt cx="952811" cy="1046403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952811" cy="1046403"/>
              </a:xfrm>
              <a:custGeom>
                <a:avLst/>
                <a:gdLst/>
                <a:ahLst/>
                <a:cxnLst/>
                <a:rect l="l" t="t" r="r" b="b"/>
                <a:pathLst>
                  <a:path w="952811" h="1046403">
                    <a:moveTo>
                      <a:pt x="151941" y="0"/>
                    </a:moveTo>
                    <a:lnTo>
                      <a:pt x="800870" y="0"/>
                    </a:lnTo>
                    <a:cubicBezTo>
                      <a:pt x="841168" y="0"/>
                      <a:pt x="879814" y="16008"/>
                      <a:pt x="908309" y="44502"/>
                    </a:cubicBezTo>
                    <a:cubicBezTo>
                      <a:pt x="936803" y="72997"/>
                      <a:pt x="952811" y="111643"/>
                      <a:pt x="952811" y="151941"/>
                    </a:cubicBezTo>
                    <a:lnTo>
                      <a:pt x="952811" y="894463"/>
                    </a:lnTo>
                    <a:cubicBezTo>
                      <a:pt x="952811" y="978377"/>
                      <a:pt x="884785" y="1046403"/>
                      <a:pt x="800870" y="1046403"/>
                    </a:cubicBezTo>
                    <a:lnTo>
                      <a:pt x="151941" y="1046403"/>
                    </a:lnTo>
                    <a:cubicBezTo>
                      <a:pt x="68026" y="1046403"/>
                      <a:pt x="0" y="978377"/>
                      <a:pt x="0" y="894463"/>
                    </a:cubicBezTo>
                    <a:lnTo>
                      <a:pt x="0" y="151941"/>
                    </a:lnTo>
                    <a:cubicBezTo>
                      <a:pt x="0" y="68026"/>
                      <a:pt x="68026" y="0"/>
                      <a:pt x="151941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n w="66675" cap="rnd">
                <a:solidFill>
                  <a:srgbClr val="42424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28575"/>
                <a:ext cx="952811" cy="10749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15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503085" y="449447"/>
              <a:ext cx="4455395" cy="4398522"/>
              <a:chOff x="0" y="0"/>
              <a:chExt cx="978955" cy="96645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978955" cy="966459"/>
              </a:xfrm>
              <a:custGeom>
                <a:avLst/>
                <a:gdLst/>
                <a:ahLst/>
                <a:cxnLst/>
                <a:rect l="l" t="t" r="r" b="b"/>
                <a:pathLst>
                  <a:path w="978955" h="966459">
                    <a:moveTo>
                      <a:pt x="125111" y="0"/>
                    </a:moveTo>
                    <a:lnTo>
                      <a:pt x="853845" y="0"/>
                    </a:lnTo>
                    <a:cubicBezTo>
                      <a:pt x="922941" y="0"/>
                      <a:pt x="978955" y="56014"/>
                      <a:pt x="978955" y="125111"/>
                    </a:cubicBezTo>
                    <a:lnTo>
                      <a:pt x="978955" y="841348"/>
                    </a:lnTo>
                    <a:cubicBezTo>
                      <a:pt x="978955" y="874530"/>
                      <a:pt x="965774" y="906352"/>
                      <a:pt x="942311" y="929815"/>
                    </a:cubicBezTo>
                    <a:cubicBezTo>
                      <a:pt x="918848" y="953278"/>
                      <a:pt x="887026" y="966459"/>
                      <a:pt x="853845" y="966459"/>
                    </a:cubicBezTo>
                    <a:lnTo>
                      <a:pt x="125111" y="966459"/>
                    </a:lnTo>
                    <a:cubicBezTo>
                      <a:pt x="91929" y="966459"/>
                      <a:pt x="60107" y="953278"/>
                      <a:pt x="36644" y="929815"/>
                    </a:cubicBezTo>
                    <a:cubicBezTo>
                      <a:pt x="13181" y="906352"/>
                      <a:pt x="0" y="874530"/>
                      <a:pt x="0" y="841348"/>
                    </a:cubicBezTo>
                    <a:lnTo>
                      <a:pt x="0" y="125111"/>
                    </a:lnTo>
                    <a:cubicBezTo>
                      <a:pt x="0" y="91929"/>
                      <a:pt x="13181" y="60107"/>
                      <a:pt x="36644" y="36644"/>
                    </a:cubicBezTo>
                    <a:cubicBezTo>
                      <a:pt x="60107" y="13181"/>
                      <a:pt x="91929" y="0"/>
                      <a:pt x="125111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t="-501" b="-501"/>
                </a:stretch>
              </a:blipFill>
              <a:ln w="19050" cap="rnd">
                <a:solidFill>
                  <a:srgbClr val="42424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0" y="5578988"/>
              <a:ext cx="5461566" cy="3579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0"/>
                </a:lnSpc>
              </a:pPr>
              <a:r>
                <a:rPr lang="en-US" sz="2000" b="1" spc="-94">
                  <a:solidFill>
                    <a:srgbClr val="424242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URECHE RAFAEL-MATEI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095913" y="1640196"/>
            <a:ext cx="4096174" cy="4452687"/>
            <a:chOff x="0" y="0"/>
            <a:chExt cx="5461566" cy="5936917"/>
          </a:xfrm>
        </p:grpSpPr>
        <p:grpSp>
          <p:nvGrpSpPr>
            <p:cNvPr id="11" name="Group 11"/>
            <p:cNvGrpSpPr/>
            <p:nvPr/>
          </p:nvGrpSpPr>
          <p:grpSpPr>
            <a:xfrm>
              <a:off x="318980" y="0"/>
              <a:ext cx="4823606" cy="5297417"/>
              <a:chOff x="0" y="0"/>
              <a:chExt cx="952811" cy="1046403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952811" cy="1046403"/>
              </a:xfrm>
              <a:custGeom>
                <a:avLst/>
                <a:gdLst/>
                <a:ahLst/>
                <a:cxnLst/>
                <a:rect l="l" t="t" r="r" b="b"/>
                <a:pathLst>
                  <a:path w="952811" h="1046403">
                    <a:moveTo>
                      <a:pt x="151941" y="0"/>
                    </a:moveTo>
                    <a:lnTo>
                      <a:pt x="800870" y="0"/>
                    </a:lnTo>
                    <a:cubicBezTo>
                      <a:pt x="841168" y="0"/>
                      <a:pt x="879814" y="16008"/>
                      <a:pt x="908309" y="44502"/>
                    </a:cubicBezTo>
                    <a:cubicBezTo>
                      <a:pt x="936803" y="72997"/>
                      <a:pt x="952811" y="111643"/>
                      <a:pt x="952811" y="151941"/>
                    </a:cubicBezTo>
                    <a:lnTo>
                      <a:pt x="952811" y="894463"/>
                    </a:lnTo>
                    <a:cubicBezTo>
                      <a:pt x="952811" y="978377"/>
                      <a:pt x="884785" y="1046403"/>
                      <a:pt x="800870" y="1046403"/>
                    </a:cubicBezTo>
                    <a:lnTo>
                      <a:pt x="151941" y="1046403"/>
                    </a:lnTo>
                    <a:cubicBezTo>
                      <a:pt x="68026" y="1046403"/>
                      <a:pt x="0" y="978377"/>
                      <a:pt x="0" y="894463"/>
                    </a:cubicBezTo>
                    <a:lnTo>
                      <a:pt x="0" y="151941"/>
                    </a:lnTo>
                    <a:cubicBezTo>
                      <a:pt x="0" y="68026"/>
                      <a:pt x="68026" y="0"/>
                      <a:pt x="151941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n w="66675" cap="rnd">
                <a:solidFill>
                  <a:srgbClr val="42424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28575"/>
                <a:ext cx="952811" cy="10749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15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503085" y="449447"/>
              <a:ext cx="4455395" cy="4398522"/>
              <a:chOff x="0" y="0"/>
              <a:chExt cx="978955" cy="96645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978955" cy="966459"/>
              </a:xfrm>
              <a:custGeom>
                <a:avLst/>
                <a:gdLst/>
                <a:ahLst/>
                <a:cxnLst/>
                <a:rect l="l" t="t" r="r" b="b"/>
                <a:pathLst>
                  <a:path w="978955" h="966459">
                    <a:moveTo>
                      <a:pt x="125111" y="0"/>
                    </a:moveTo>
                    <a:lnTo>
                      <a:pt x="853845" y="0"/>
                    </a:lnTo>
                    <a:cubicBezTo>
                      <a:pt x="922941" y="0"/>
                      <a:pt x="978955" y="56014"/>
                      <a:pt x="978955" y="125111"/>
                    </a:cubicBezTo>
                    <a:lnTo>
                      <a:pt x="978955" y="841348"/>
                    </a:lnTo>
                    <a:cubicBezTo>
                      <a:pt x="978955" y="874530"/>
                      <a:pt x="965774" y="906352"/>
                      <a:pt x="942311" y="929815"/>
                    </a:cubicBezTo>
                    <a:cubicBezTo>
                      <a:pt x="918848" y="953278"/>
                      <a:pt x="887026" y="966459"/>
                      <a:pt x="853845" y="966459"/>
                    </a:cubicBezTo>
                    <a:lnTo>
                      <a:pt x="125111" y="966459"/>
                    </a:lnTo>
                    <a:cubicBezTo>
                      <a:pt x="91929" y="966459"/>
                      <a:pt x="60107" y="953278"/>
                      <a:pt x="36644" y="929815"/>
                    </a:cubicBezTo>
                    <a:cubicBezTo>
                      <a:pt x="13181" y="906352"/>
                      <a:pt x="0" y="874530"/>
                      <a:pt x="0" y="841348"/>
                    </a:cubicBezTo>
                    <a:lnTo>
                      <a:pt x="0" y="125111"/>
                    </a:lnTo>
                    <a:cubicBezTo>
                      <a:pt x="0" y="91929"/>
                      <a:pt x="13181" y="60107"/>
                      <a:pt x="36644" y="36644"/>
                    </a:cubicBezTo>
                    <a:cubicBezTo>
                      <a:pt x="60107" y="13181"/>
                      <a:pt x="91929" y="0"/>
                      <a:pt x="125111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t="-5110" b="-5110"/>
                </a:stretch>
              </a:blipFill>
              <a:ln w="19050" cap="rnd">
                <a:solidFill>
                  <a:srgbClr val="42424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0" y="5578988"/>
              <a:ext cx="5461566" cy="3579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0"/>
                </a:lnSpc>
              </a:pPr>
              <a:r>
                <a:rPr lang="en-US" sz="2000" b="1" spc="-94">
                  <a:solidFill>
                    <a:srgbClr val="424242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COȚA SARA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944812" y="1381625"/>
            <a:ext cx="4096174" cy="4452687"/>
            <a:chOff x="0" y="0"/>
            <a:chExt cx="5461566" cy="5936917"/>
          </a:xfrm>
        </p:grpSpPr>
        <p:grpSp>
          <p:nvGrpSpPr>
            <p:cNvPr id="18" name="Group 18"/>
            <p:cNvGrpSpPr/>
            <p:nvPr/>
          </p:nvGrpSpPr>
          <p:grpSpPr>
            <a:xfrm>
              <a:off x="318980" y="0"/>
              <a:ext cx="4823606" cy="5297417"/>
              <a:chOff x="0" y="0"/>
              <a:chExt cx="952811" cy="104640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952811" cy="1046403"/>
              </a:xfrm>
              <a:custGeom>
                <a:avLst/>
                <a:gdLst/>
                <a:ahLst/>
                <a:cxnLst/>
                <a:rect l="l" t="t" r="r" b="b"/>
                <a:pathLst>
                  <a:path w="952811" h="1046403">
                    <a:moveTo>
                      <a:pt x="151941" y="0"/>
                    </a:moveTo>
                    <a:lnTo>
                      <a:pt x="800870" y="0"/>
                    </a:lnTo>
                    <a:cubicBezTo>
                      <a:pt x="841168" y="0"/>
                      <a:pt x="879814" y="16008"/>
                      <a:pt x="908309" y="44502"/>
                    </a:cubicBezTo>
                    <a:cubicBezTo>
                      <a:pt x="936803" y="72997"/>
                      <a:pt x="952811" y="111643"/>
                      <a:pt x="952811" y="151941"/>
                    </a:cubicBezTo>
                    <a:lnTo>
                      <a:pt x="952811" y="894463"/>
                    </a:lnTo>
                    <a:cubicBezTo>
                      <a:pt x="952811" y="978377"/>
                      <a:pt x="884785" y="1046403"/>
                      <a:pt x="800870" y="1046403"/>
                    </a:cubicBezTo>
                    <a:lnTo>
                      <a:pt x="151941" y="1046403"/>
                    </a:lnTo>
                    <a:cubicBezTo>
                      <a:pt x="68026" y="1046403"/>
                      <a:pt x="0" y="978377"/>
                      <a:pt x="0" y="894463"/>
                    </a:cubicBezTo>
                    <a:lnTo>
                      <a:pt x="0" y="151941"/>
                    </a:lnTo>
                    <a:cubicBezTo>
                      <a:pt x="0" y="68026"/>
                      <a:pt x="68026" y="0"/>
                      <a:pt x="151941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n w="66675" cap="rnd">
                <a:solidFill>
                  <a:srgbClr val="42424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28575"/>
                <a:ext cx="952811" cy="10749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15"/>
                  </a:lnSpc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03085" y="449447"/>
              <a:ext cx="4455395" cy="4398522"/>
              <a:chOff x="0" y="0"/>
              <a:chExt cx="978955" cy="966459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978955" cy="966459"/>
              </a:xfrm>
              <a:custGeom>
                <a:avLst/>
                <a:gdLst/>
                <a:ahLst/>
                <a:cxnLst/>
                <a:rect l="l" t="t" r="r" b="b"/>
                <a:pathLst>
                  <a:path w="978955" h="966459">
                    <a:moveTo>
                      <a:pt x="125111" y="0"/>
                    </a:moveTo>
                    <a:lnTo>
                      <a:pt x="853845" y="0"/>
                    </a:lnTo>
                    <a:cubicBezTo>
                      <a:pt x="922941" y="0"/>
                      <a:pt x="978955" y="56014"/>
                      <a:pt x="978955" y="125111"/>
                    </a:cubicBezTo>
                    <a:lnTo>
                      <a:pt x="978955" y="841348"/>
                    </a:lnTo>
                    <a:cubicBezTo>
                      <a:pt x="978955" y="874530"/>
                      <a:pt x="965774" y="906352"/>
                      <a:pt x="942311" y="929815"/>
                    </a:cubicBezTo>
                    <a:cubicBezTo>
                      <a:pt x="918848" y="953278"/>
                      <a:pt x="887026" y="966459"/>
                      <a:pt x="853845" y="966459"/>
                    </a:cubicBezTo>
                    <a:lnTo>
                      <a:pt x="125111" y="966459"/>
                    </a:lnTo>
                    <a:cubicBezTo>
                      <a:pt x="91929" y="966459"/>
                      <a:pt x="60107" y="953278"/>
                      <a:pt x="36644" y="929815"/>
                    </a:cubicBezTo>
                    <a:cubicBezTo>
                      <a:pt x="13181" y="906352"/>
                      <a:pt x="0" y="874530"/>
                      <a:pt x="0" y="841348"/>
                    </a:cubicBezTo>
                    <a:lnTo>
                      <a:pt x="0" y="125111"/>
                    </a:lnTo>
                    <a:cubicBezTo>
                      <a:pt x="0" y="91929"/>
                      <a:pt x="13181" y="60107"/>
                      <a:pt x="36644" y="36644"/>
                    </a:cubicBezTo>
                    <a:cubicBezTo>
                      <a:pt x="60107" y="13181"/>
                      <a:pt x="91929" y="0"/>
                      <a:pt x="125111" y="0"/>
                    </a:cubicBezTo>
                    <a:close/>
                  </a:path>
                </a:pathLst>
              </a:custGeom>
              <a:blipFill>
                <a:blip r:embed="rId5"/>
                <a:stretch>
                  <a:fillRect l="-8416" r="-8416"/>
                </a:stretch>
              </a:blipFill>
              <a:ln w="19050" cap="rnd">
                <a:solidFill>
                  <a:srgbClr val="42424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0" y="5578988"/>
              <a:ext cx="5461566" cy="3579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0"/>
                </a:lnSpc>
              </a:pPr>
              <a:r>
                <a:rPr lang="en-US" sz="2000" b="1" spc="-94">
                  <a:solidFill>
                    <a:srgbClr val="424242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IRIMIEȘ AYANA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640009" y="5834313"/>
            <a:ext cx="4096174" cy="4452687"/>
            <a:chOff x="0" y="0"/>
            <a:chExt cx="5461566" cy="5936917"/>
          </a:xfrm>
        </p:grpSpPr>
        <p:grpSp>
          <p:nvGrpSpPr>
            <p:cNvPr id="25" name="Group 25"/>
            <p:cNvGrpSpPr/>
            <p:nvPr/>
          </p:nvGrpSpPr>
          <p:grpSpPr>
            <a:xfrm>
              <a:off x="318980" y="0"/>
              <a:ext cx="4823606" cy="5297417"/>
              <a:chOff x="0" y="0"/>
              <a:chExt cx="952811" cy="104640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952811" cy="1046403"/>
              </a:xfrm>
              <a:custGeom>
                <a:avLst/>
                <a:gdLst/>
                <a:ahLst/>
                <a:cxnLst/>
                <a:rect l="l" t="t" r="r" b="b"/>
                <a:pathLst>
                  <a:path w="952811" h="1046403">
                    <a:moveTo>
                      <a:pt x="151941" y="0"/>
                    </a:moveTo>
                    <a:lnTo>
                      <a:pt x="800870" y="0"/>
                    </a:lnTo>
                    <a:cubicBezTo>
                      <a:pt x="841168" y="0"/>
                      <a:pt x="879814" y="16008"/>
                      <a:pt x="908309" y="44502"/>
                    </a:cubicBezTo>
                    <a:cubicBezTo>
                      <a:pt x="936803" y="72997"/>
                      <a:pt x="952811" y="111643"/>
                      <a:pt x="952811" y="151941"/>
                    </a:cubicBezTo>
                    <a:lnTo>
                      <a:pt x="952811" y="894463"/>
                    </a:lnTo>
                    <a:cubicBezTo>
                      <a:pt x="952811" y="978377"/>
                      <a:pt x="884785" y="1046403"/>
                      <a:pt x="800870" y="1046403"/>
                    </a:cubicBezTo>
                    <a:lnTo>
                      <a:pt x="151941" y="1046403"/>
                    </a:lnTo>
                    <a:cubicBezTo>
                      <a:pt x="68026" y="1046403"/>
                      <a:pt x="0" y="978377"/>
                      <a:pt x="0" y="894463"/>
                    </a:cubicBezTo>
                    <a:lnTo>
                      <a:pt x="0" y="151941"/>
                    </a:lnTo>
                    <a:cubicBezTo>
                      <a:pt x="0" y="68026"/>
                      <a:pt x="68026" y="0"/>
                      <a:pt x="151941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n w="66675" cap="rnd">
                <a:solidFill>
                  <a:srgbClr val="42424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28575"/>
                <a:ext cx="952811" cy="10749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15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503085" y="449447"/>
              <a:ext cx="4455395" cy="4398522"/>
              <a:chOff x="0" y="0"/>
              <a:chExt cx="978955" cy="966459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978955" cy="966459"/>
              </a:xfrm>
              <a:custGeom>
                <a:avLst/>
                <a:gdLst/>
                <a:ahLst/>
                <a:cxnLst/>
                <a:rect l="l" t="t" r="r" b="b"/>
                <a:pathLst>
                  <a:path w="978955" h="966459">
                    <a:moveTo>
                      <a:pt x="125111" y="0"/>
                    </a:moveTo>
                    <a:lnTo>
                      <a:pt x="853845" y="0"/>
                    </a:lnTo>
                    <a:cubicBezTo>
                      <a:pt x="922941" y="0"/>
                      <a:pt x="978955" y="56014"/>
                      <a:pt x="978955" y="125111"/>
                    </a:cubicBezTo>
                    <a:lnTo>
                      <a:pt x="978955" y="841348"/>
                    </a:lnTo>
                    <a:cubicBezTo>
                      <a:pt x="978955" y="874530"/>
                      <a:pt x="965774" y="906352"/>
                      <a:pt x="942311" y="929815"/>
                    </a:cubicBezTo>
                    <a:cubicBezTo>
                      <a:pt x="918848" y="953278"/>
                      <a:pt x="887026" y="966459"/>
                      <a:pt x="853845" y="966459"/>
                    </a:cubicBezTo>
                    <a:lnTo>
                      <a:pt x="125111" y="966459"/>
                    </a:lnTo>
                    <a:cubicBezTo>
                      <a:pt x="91929" y="966459"/>
                      <a:pt x="60107" y="953278"/>
                      <a:pt x="36644" y="929815"/>
                    </a:cubicBezTo>
                    <a:cubicBezTo>
                      <a:pt x="13181" y="906352"/>
                      <a:pt x="0" y="874530"/>
                      <a:pt x="0" y="841348"/>
                    </a:cubicBezTo>
                    <a:lnTo>
                      <a:pt x="0" y="125111"/>
                    </a:lnTo>
                    <a:cubicBezTo>
                      <a:pt x="0" y="91929"/>
                      <a:pt x="13181" y="60107"/>
                      <a:pt x="36644" y="36644"/>
                    </a:cubicBezTo>
                    <a:cubicBezTo>
                      <a:pt x="60107" y="13181"/>
                      <a:pt x="91929" y="0"/>
                      <a:pt x="125111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 t="-13177" b="-21879"/>
                </a:stretch>
              </a:blipFill>
              <a:ln w="19050" cap="rnd">
                <a:solidFill>
                  <a:srgbClr val="42424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0" y="5578988"/>
              <a:ext cx="5461566" cy="3579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0"/>
                </a:lnSpc>
              </a:pPr>
              <a:r>
                <a:rPr lang="en-US" sz="2000" b="1" spc="-94">
                  <a:solidFill>
                    <a:srgbClr val="424242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MOJE ALEXIA-MARIA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544247" y="5834313"/>
            <a:ext cx="4096174" cy="4452687"/>
            <a:chOff x="0" y="0"/>
            <a:chExt cx="5461566" cy="5936917"/>
          </a:xfrm>
        </p:grpSpPr>
        <p:grpSp>
          <p:nvGrpSpPr>
            <p:cNvPr id="32" name="Group 32"/>
            <p:cNvGrpSpPr/>
            <p:nvPr/>
          </p:nvGrpSpPr>
          <p:grpSpPr>
            <a:xfrm>
              <a:off x="318980" y="0"/>
              <a:ext cx="4823606" cy="5297417"/>
              <a:chOff x="0" y="0"/>
              <a:chExt cx="952811" cy="1046403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952811" cy="1046403"/>
              </a:xfrm>
              <a:custGeom>
                <a:avLst/>
                <a:gdLst/>
                <a:ahLst/>
                <a:cxnLst/>
                <a:rect l="l" t="t" r="r" b="b"/>
                <a:pathLst>
                  <a:path w="952811" h="1046403">
                    <a:moveTo>
                      <a:pt x="151941" y="0"/>
                    </a:moveTo>
                    <a:lnTo>
                      <a:pt x="800870" y="0"/>
                    </a:lnTo>
                    <a:cubicBezTo>
                      <a:pt x="841168" y="0"/>
                      <a:pt x="879814" y="16008"/>
                      <a:pt x="908309" y="44502"/>
                    </a:cubicBezTo>
                    <a:cubicBezTo>
                      <a:pt x="936803" y="72997"/>
                      <a:pt x="952811" y="111643"/>
                      <a:pt x="952811" y="151941"/>
                    </a:cubicBezTo>
                    <a:lnTo>
                      <a:pt x="952811" y="894463"/>
                    </a:lnTo>
                    <a:cubicBezTo>
                      <a:pt x="952811" y="978377"/>
                      <a:pt x="884785" y="1046403"/>
                      <a:pt x="800870" y="1046403"/>
                    </a:cubicBezTo>
                    <a:lnTo>
                      <a:pt x="151941" y="1046403"/>
                    </a:lnTo>
                    <a:cubicBezTo>
                      <a:pt x="68026" y="1046403"/>
                      <a:pt x="0" y="978377"/>
                      <a:pt x="0" y="894463"/>
                    </a:cubicBezTo>
                    <a:lnTo>
                      <a:pt x="0" y="151941"/>
                    </a:lnTo>
                    <a:cubicBezTo>
                      <a:pt x="0" y="68026"/>
                      <a:pt x="68026" y="0"/>
                      <a:pt x="151941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A6A6A6">
                      <a:alpha val="1000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ln w="66675" cap="rnd">
                <a:solidFill>
                  <a:srgbClr val="42424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0" y="-28575"/>
                <a:ext cx="952811" cy="10749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15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503085" y="449447"/>
              <a:ext cx="4455395" cy="4398522"/>
              <a:chOff x="0" y="0"/>
              <a:chExt cx="978955" cy="96645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978955" cy="966459"/>
              </a:xfrm>
              <a:custGeom>
                <a:avLst/>
                <a:gdLst/>
                <a:ahLst/>
                <a:cxnLst/>
                <a:rect l="l" t="t" r="r" b="b"/>
                <a:pathLst>
                  <a:path w="978955" h="966459">
                    <a:moveTo>
                      <a:pt x="125111" y="0"/>
                    </a:moveTo>
                    <a:lnTo>
                      <a:pt x="853845" y="0"/>
                    </a:lnTo>
                    <a:cubicBezTo>
                      <a:pt x="922941" y="0"/>
                      <a:pt x="978955" y="56014"/>
                      <a:pt x="978955" y="125111"/>
                    </a:cubicBezTo>
                    <a:lnTo>
                      <a:pt x="978955" y="841348"/>
                    </a:lnTo>
                    <a:cubicBezTo>
                      <a:pt x="978955" y="874530"/>
                      <a:pt x="965774" y="906352"/>
                      <a:pt x="942311" y="929815"/>
                    </a:cubicBezTo>
                    <a:cubicBezTo>
                      <a:pt x="918848" y="953278"/>
                      <a:pt x="887026" y="966459"/>
                      <a:pt x="853845" y="966459"/>
                    </a:cubicBezTo>
                    <a:lnTo>
                      <a:pt x="125111" y="966459"/>
                    </a:lnTo>
                    <a:cubicBezTo>
                      <a:pt x="91929" y="966459"/>
                      <a:pt x="60107" y="953278"/>
                      <a:pt x="36644" y="929815"/>
                    </a:cubicBezTo>
                    <a:cubicBezTo>
                      <a:pt x="13181" y="906352"/>
                      <a:pt x="0" y="874530"/>
                      <a:pt x="0" y="841348"/>
                    </a:cubicBezTo>
                    <a:lnTo>
                      <a:pt x="0" y="125111"/>
                    </a:lnTo>
                    <a:cubicBezTo>
                      <a:pt x="0" y="91929"/>
                      <a:pt x="13181" y="60107"/>
                      <a:pt x="36644" y="36644"/>
                    </a:cubicBezTo>
                    <a:cubicBezTo>
                      <a:pt x="60107" y="13181"/>
                      <a:pt x="91929" y="0"/>
                      <a:pt x="125111" y="0"/>
                    </a:cubicBezTo>
                    <a:close/>
                  </a:path>
                </a:pathLst>
              </a:custGeom>
              <a:blipFill>
                <a:blip r:embed="rId7"/>
                <a:stretch>
                  <a:fillRect t="-76" b="-76"/>
                </a:stretch>
              </a:blipFill>
              <a:ln w="66675" cap="rnd">
                <a:solidFill>
                  <a:srgbClr val="424242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0" y="5578988"/>
              <a:ext cx="5461566" cy="3579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880"/>
                </a:lnSpc>
              </a:pPr>
              <a:r>
                <a:rPr lang="en-US" sz="2000" b="1" spc="-94">
                  <a:solidFill>
                    <a:srgbClr val="424242"/>
                  </a:solidFill>
                  <a:latin typeface="Open Sauce Heavy"/>
                  <a:ea typeface="Open Sauce Heavy"/>
                  <a:cs typeface="Open Sauce Heavy"/>
                  <a:sym typeface="Open Sauce Heavy"/>
                </a:rPr>
                <a:t>RUSU MIHNEA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199429" y="228600"/>
            <a:ext cx="14173434" cy="1218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27"/>
              </a:lnSpc>
            </a:pPr>
            <a:r>
              <a:rPr lang="en-US" sz="9497" b="1" spc="-446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Echipa noastră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0D7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21820" y="4648560"/>
            <a:ext cx="15844361" cy="1218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27"/>
              </a:lnSpc>
              <a:spcBef>
                <a:spcPct val="0"/>
              </a:spcBef>
            </a:pPr>
            <a:r>
              <a:rPr lang="en-US" sz="9497" b="1" u="none" strike="noStrike" spc="-446">
                <a:solidFill>
                  <a:srgbClr val="424242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Vă mulțumim pentru atenție!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</Words>
  <Application>Microsoft Office PowerPoint</Application>
  <PresentationFormat>Custom</PresentationFormat>
  <Paragraphs>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Open Sauce Heavy</vt:lpstr>
      <vt:lpstr>Arial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Quby</dc:title>
  <cp:lastModifiedBy>Sara Cota</cp:lastModifiedBy>
  <cp:revision>3</cp:revision>
  <dcterms:created xsi:type="dcterms:W3CDTF">2006-08-16T00:00:00Z</dcterms:created>
  <dcterms:modified xsi:type="dcterms:W3CDTF">2026-05-28T09:20:10Z</dcterms:modified>
  <dc:identifier>DAHH52YvkB4</dc:identifier>
</cp:coreProperties>
</file>